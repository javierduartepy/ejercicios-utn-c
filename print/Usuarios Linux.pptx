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8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1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7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4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6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76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94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8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6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B287AC1-973E-48AE-B047-27854A2589EC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11C9436-B885-46FE-A843-123976DC5F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67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Usuarios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</a:t>
            </a:r>
            <a:r>
              <a:rPr lang="es-ES" dirty="0" err="1" smtClean="0"/>
              <a:t>Passwd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Ubicación</a:t>
            </a:r>
            <a:r>
              <a:rPr lang="es-ES" dirty="0" smtClean="0"/>
              <a:t>: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passwd</a:t>
            </a:r>
            <a:endParaRPr lang="es-ES" dirty="0" smtClean="0"/>
          </a:p>
          <a:p>
            <a:endParaRPr lang="es-ES" dirty="0"/>
          </a:p>
          <a:p>
            <a:r>
              <a:rPr lang="es-ES" b="1" dirty="0" smtClean="0"/>
              <a:t>Contenido</a:t>
            </a:r>
          </a:p>
          <a:p>
            <a:endParaRPr lang="es-ES" dirty="0" smtClean="0"/>
          </a:p>
          <a:p>
            <a:pPr lvl="1"/>
            <a:r>
              <a:rPr lang="en-US" dirty="0"/>
              <a:t>root:x:0:0:root:/root:/</a:t>
            </a:r>
            <a:r>
              <a:rPr lang="en-US" dirty="0" smtClean="0"/>
              <a:t>bin/bash</a:t>
            </a:r>
            <a:endParaRPr lang="en-US" dirty="0"/>
          </a:p>
          <a:p>
            <a:pPr lvl="1"/>
            <a:r>
              <a:rPr lang="en-US" dirty="0"/>
              <a:t>usuarioso:x:1000:1000:Sistema </a:t>
            </a:r>
            <a:r>
              <a:rPr lang="en-US" dirty="0" err="1"/>
              <a:t>Operativo</a:t>
            </a:r>
            <a:r>
              <a:rPr lang="en-US" dirty="0"/>
              <a:t>:/home/</a:t>
            </a:r>
            <a:r>
              <a:rPr lang="en-US" dirty="0" err="1"/>
              <a:t>usuarioso</a:t>
            </a:r>
            <a:r>
              <a:rPr lang="en-US" dirty="0"/>
              <a:t>:/bin/bash</a:t>
            </a:r>
          </a:p>
        </p:txBody>
      </p:sp>
    </p:spTree>
    <p:extLst>
      <p:ext uri="{BB962C8B-B14F-4D97-AF65-F5344CB8AC3E}">
        <p14:creationId xmlns:p14="http://schemas.microsoft.com/office/powerpoint/2010/main" val="258820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Formato Archivo </a:t>
            </a:r>
            <a:r>
              <a:rPr lang="es-ES" dirty="0" err="1" smtClean="0"/>
              <a:t>passwd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Campo </a:t>
            </a:r>
            <a:r>
              <a:rPr lang="es-ES" b="1" dirty="0"/>
              <a:t>1</a:t>
            </a:r>
            <a:r>
              <a:rPr lang="es-ES" dirty="0"/>
              <a:t>	Es el nombre del usuario, identificador de inicio de sesión (</a:t>
            </a:r>
            <a:r>
              <a:rPr lang="es-ES" dirty="0" err="1"/>
              <a:t>login</a:t>
            </a:r>
            <a:r>
              <a:rPr lang="es-ES" dirty="0"/>
              <a:t>). Tiene que ser único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Campo 2</a:t>
            </a:r>
            <a:r>
              <a:rPr lang="es-ES" dirty="0"/>
              <a:t>	La 'x' indica la contraseña encriptada del usuario, además también indica que se está haciendo uso del archivo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shadow</a:t>
            </a:r>
            <a:r>
              <a:rPr lang="es-ES" dirty="0"/>
              <a:t>, si no se hace uso de este archivo, este campo se vería algo así como: 'ghy675gjuXCc12r5gt78uuu6R</a:t>
            </a:r>
            <a:r>
              <a:rPr lang="es-ES" dirty="0" smtClean="0"/>
              <a:t>'.</a:t>
            </a:r>
          </a:p>
          <a:p>
            <a:endParaRPr lang="es-ES" dirty="0"/>
          </a:p>
          <a:p>
            <a:r>
              <a:rPr lang="es-ES" b="1" dirty="0"/>
              <a:t>Campo 3</a:t>
            </a:r>
            <a:r>
              <a:rPr lang="es-ES" dirty="0"/>
              <a:t>	Número de identificación del usuario (UID). Tiene que ser único. 0 para </a:t>
            </a:r>
            <a:r>
              <a:rPr lang="es-ES" dirty="0" err="1"/>
              <a:t>root</a:t>
            </a:r>
            <a:r>
              <a:rPr lang="es-ES" dirty="0"/>
              <a:t>, generalmente las cuentas o usuarios especiales se numeran del 1 al 100 y las de usuario normal del 101 en delante, en las distribuciones mas recientes esta numeración comienza a partir del 500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685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Campo 4	Numeración de identificación del grupo (GID). El que aparece es el número de grupo principal del usuario, pero puede pertenecer a otros, esto se configura en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groups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5	Comentarios o el nombre completo del usuario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6	Directorio de trabajo (Home) donde se sitúa al usuario después del inicio de sesión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7	Shell que va a utilizar el usuario de forma predeterminada.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4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Shadow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Contiene contraseñas encriptadas</a:t>
            </a:r>
          </a:p>
          <a:p>
            <a:r>
              <a:rPr lang="es-ES" dirty="0" smtClean="0"/>
              <a:t>Ubicación: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shadow</a:t>
            </a:r>
            <a:endParaRPr lang="es-ES" dirty="0" smtClean="0"/>
          </a:p>
          <a:p>
            <a:r>
              <a:rPr lang="es-ES" dirty="0" smtClean="0"/>
              <a:t>Usuario con permisos: solo </a:t>
            </a:r>
            <a:r>
              <a:rPr lang="es-ES" dirty="0" err="1" smtClean="0"/>
              <a:t>root</a:t>
            </a:r>
            <a:endParaRPr lang="es-ES" dirty="0" smtClean="0"/>
          </a:p>
          <a:p>
            <a:endParaRPr lang="es-ES" dirty="0"/>
          </a:p>
          <a:p>
            <a:r>
              <a:rPr lang="es-ES" dirty="0" smtClean="0"/>
              <a:t>Texto en claro: mipass123</a:t>
            </a:r>
          </a:p>
          <a:p>
            <a:r>
              <a:rPr lang="es-ES" dirty="0" smtClean="0"/>
              <a:t>Guarda de manera cifrada</a:t>
            </a:r>
            <a:r>
              <a:rPr lang="es-ES" dirty="0"/>
              <a:t>: </a:t>
            </a:r>
            <a:r>
              <a:rPr lang="es-ES" dirty="0" err="1"/>
              <a:t>bWlwYXNzMTIz</a:t>
            </a:r>
            <a:endParaRPr lang="es-ES" dirty="0" smtClean="0"/>
          </a:p>
          <a:p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3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Contenido Archivo Shadow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root:*:18474:0:99999:7:::</a:t>
            </a:r>
          </a:p>
          <a:p>
            <a:r>
              <a:rPr lang="en-US" dirty="0"/>
              <a:t>daemon:*:18474:0:99999:7:::</a:t>
            </a:r>
          </a:p>
          <a:p>
            <a:r>
              <a:rPr lang="en-US" dirty="0"/>
              <a:t>bin:*:18474:0:99999:7:::</a:t>
            </a:r>
          </a:p>
          <a:p>
            <a:r>
              <a:rPr lang="en-US" dirty="0"/>
              <a:t>sys:*:18474:0:99999:7:::</a:t>
            </a:r>
          </a:p>
          <a:p>
            <a:r>
              <a:rPr lang="en-US" dirty="0" err="1" smtClean="0"/>
              <a:t>usuarioso</a:t>
            </a:r>
            <a:r>
              <a:rPr lang="en-US" dirty="0" smtClean="0"/>
              <a:t>:$6$CgDDHf0q6uG6q.D/$05s7oZwsLWF.yVOJvud0eEO3xDudhzmsmurloWwXv3zNb1td3F5McIPwyftVXo4P.16YNl0.buBUTwlI4k5KI0:18484:0:99999:7:::</a:t>
            </a:r>
            <a:endParaRPr lang="en-US" dirty="0"/>
          </a:p>
          <a:p>
            <a:endParaRPr lang="es-ES" dirty="0" smtClean="0"/>
          </a:p>
          <a:p>
            <a:r>
              <a:rPr lang="es-ES" dirty="0" smtClean="0"/>
              <a:t>Mipass123</a:t>
            </a:r>
          </a:p>
          <a:p>
            <a:r>
              <a:rPr lang="es-ES" dirty="0" smtClean="0"/>
              <a:t>F23.ab#$!</a:t>
            </a:r>
          </a:p>
          <a:p>
            <a:r>
              <a:rPr lang="es-ES" dirty="0" smtClean="0"/>
              <a:t>Busca en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passwd</a:t>
            </a:r>
            <a:r>
              <a:rPr lang="es-ES" dirty="0" smtClean="0"/>
              <a:t>  </a:t>
            </a:r>
            <a:r>
              <a:rPr lang="es-ES" i="1" dirty="0" err="1" smtClean="0"/>
              <a:t>usuarioso</a:t>
            </a:r>
            <a:r>
              <a:rPr lang="es-ES" dirty="0" smtClean="0"/>
              <a:t> </a:t>
            </a:r>
          </a:p>
          <a:p>
            <a:r>
              <a:rPr lang="es-ES" dirty="0" smtClean="0"/>
              <a:t>Me voy a </a:t>
            </a:r>
            <a:r>
              <a:rPr lang="es-ES" dirty="0" err="1" smtClean="0"/>
              <a:t>shadow</a:t>
            </a:r>
            <a:r>
              <a:rPr lang="es-ES" dirty="0" smtClean="0"/>
              <a:t> y busco el usuario </a:t>
            </a:r>
            <a:r>
              <a:rPr lang="es-ES" i="1" dirty="0" err="1" smtClean="0"/>
              <a:t>usuarioso</a:t>
            </a:r>
            <a:r>
              <a:rPr lang="es-ES" dirty="0" smtClean="0"/>
              <a:t>   ----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7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Formato Archivo Shadow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Campo 1	Nombre de la cuenta del usuario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2	Contraseña cifrada o encriptada, un '*' indica cuenta de '</a:t>
            </a:r>
            <a:r>
              <a:rPr lang="es-ES" dirty="0" err="1"/>
              <a:t>nologin</a:t>
            </a:r>
            <a:r>
              <a:rPr lang="es-ES" dirty="0" smtClean="0"/>
              <a:t>'.</a:t>
            </a:r>
          </a:p>
          <a:p>
            <a:endParaRPr lang="es-ES" dirty="0"/>
          </a:p>
          <a:p>
            <a:r>
              <a:rPr lang="es-ES" dirty="0"/>
              <a:t>Campo 3	Días transcurridos desde el 1/ene/1970 hasta la fecha en que la contraseña fue cambiada por última vez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4	Número de días que deben transcurrir hasta que la contraseña se pueda volver a cambiar</a:t>
            </a:r>
            <a:r>
              <a:rPr lang="es-ES" dirty="0" smtClean="0"/>
              <a:t>.</a:t>
            </a:r>
          </a:p>
          <a:p>
            <a:r>
              <a:rPr lang="es-ES" dirty="0" smtClean="0"/>
              <a:t>Ingrese contraseña actual: mipass123</a:t>
            </a:r>
          </a:p>
          <a:p>
            <a:r>
              <a:rPr lang="es-ES" dirty="0" smtClean="0"/>
              <a:t>Ingrese nueva contraseña: nuevapass123</a:t>
            </a:r>
          </a:p>
          <a:p>
            <a:r>
              <a:rPr lang="es-ES" dirty="0" smtClean="0"/>
              <a:t>Vuelva a ingresar la contraseña: nueva123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Formato Archivo Shadow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Campo 5	Número de días tras los cuales hay que cambiar la contraseña. (-1 significa nunca). A partir de este dato se obtiene la fecha de expiración de la contraseña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6	Número de días antes de la expiración de la contraseña en que se le avisará al usuario al inicio de la sesión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/>
              <a:t>Campo 7	Días después de la expiración en que la contraseña se inhabilitara, si es que no se cambio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53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Formato Archivo Shadow</a:t>
            </a:r>
            <a:endParaRPr lang="en-U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Campo 8	Fecha de caducidad de la cuenta. Se expresa en días transcurridos desde el 1/Enero/1970 (</a:t>
            </a:r>
            <a:r>
              <a:rPr lang="es-ES" dirty="0" err="1"/>
              <a:t>epoch</a:t>
            </a:r>
            <a:r>
              <a:rPr lang="es-ES" dirty="0" smtClean="0"/>
              <a:t>).</a:t>
            </a:r>
          </a:p>
          <a:p>
            <a:endParaRPr lang="es-ES" dirty="0"/>
          </a:p>
          <a:p>
            <a:r>
              <a:rPr lang="es-ES" dirty="0"/>
              <a:t>Campo 9	Reservado.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1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</a:t>
            </a:r>
            <a:r>
              <a:rPr lang="es-ES" dirty="0" err="1" smtClean="0"/>
              <a:t>group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Relación de grupos y usuarios</a:t>
            </a:r>
          </a:p>
          <a:p>
            <a:endParaRPr lang="es-ES" dirty="0" smtClean="0"/>
          </a:p>
          <a:p>
            <a:r>
              <a:rPr lang="es-ES" dirty="0" smtClean="0"/>
              <a:t>Cada usuario del sistema debe pertenecer a un grupo</a:t>
            </a:r>
          </a:p>
          <a:p>
            <a:endParaRPr lang="es-ES" dirty="0"/>
          </a:p>
          <a:p>
            <a:r>
              <a:rPr lang="es-ES" dirty="0"/>
              <a:t>Ubicación: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group</a:t>
            </a:r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2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</a:t>
            </a:r>
            <a:r>
              <a:rPr lang="es-ES" dirty="0" err="1" smtClean="0"/>
              <a:t>group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root:x:0:</a:t>
            </a:r>
          </a:p>
          <a:p>
            <a:r>
              <a:rPr lang="en-US" dirty="0"/>
              <a:t>daemon:x:1:</a:t>
            </a:r>
          </a:p>
          <a:p>
            <a:r>
              <a:rPr lang="en-US" dirty="0"/>
              <a:t>bin:x:2:</a:t>
            </a:r>
          </a:p>
          <a:p>
            <a:r>
              <a:rPr lang="en-US" dirty="0"/>
              <a:t>sys:x:3:</a:t>
            </a:r>
          </a:p>
          <a:p>
            <a:r>
              <a:rPr lang="en-US" dirty="0"/>
              <a:t>adm:x:4:syslog,usuarioso</a:t>
            </a:r>
          </a:p>
          <a:p>
            <a:r>
              <a:rPr lang="en-US" dirty="0" smtClean="0"/>
              <a:t>systemd-coredump:x:999</a:t>
            </a:r>
            <a:r>
              <a:rPr lang="en-US" dirty="0"/>
              <a:t>:</a:t>
            </a:r>
          </a:p>
          <a:p>
            <a:r>
              <a:rPr lang="en-US" dirty="0"/>
              <a:t>usuarioso:x:1000: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8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Formato Archivo </a:t>
            </a:r>
            <a:r>
              <a:rPr lang="es-ES" dirty="0" err="1" smtClean="0"/>
              <a:t>group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b="1" dirty="0" smtClean="0"/>
              <a:t>campo </a:t>
            </a:r>
            <a:r>
              <a:rPr lang="es-ES" b="1" dirty="0"/>
              <a:t>1 </a:t>
            </a:r>
            <a:r>
              <a:rPr lang="es-ES" dirty="0"/>
              <a:t>indica el usuario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 smtClean="0"/>
              <a:t>campo </a:t>
            </a:r>
            <a:r>
              <a:rPr lang="es-ES" b="1" dirty="0"/>
              <a:t>2 </a:t>
            </a:r>
            <a:r>
              <a:rPr lang="es-ES" dirty="0"/>
              <a:t>'x' indica la contraseña del grupo, que no existe, si hubiera se mostraría un 'hash' encriptado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Mipass123 --</a:t>
            </a:r>
            <a:r>
              <a:rPr lang="es-ES" dirty="0" smtClean="0">
                <a:sym typeface="Wingdings" panose="05000000000000000000" pitchFamily="2" charset="2"/>
              </a:rPr>
              <a:t> md5(contraseña)  -- hash0</a:t>
            </a:r>
            <a:endParaRPr lang="es-ES" dirty="0" smtClean="0"/>
          </a:p>
          <a:p>
            <a:pPr lvl="1"/>
            <a:r>
              <a:rPr lang="es-ES" dirty="0"/>
              <a:t>Mipass123 --</a:t>
            </a:r>
            <a:r>
              <a:rPr lang="es-ES" dirty="0">
                <a:sym typeface="Wingdings" panose="05000000000000000000" pitchFamily="2" charset="2"/>
              </a:rPr>
              <a:t> md5(contraseña)  -- </a:t>
            </a:r>
            <a:r>
              <a:rPr lang="es-ES" dirty="0" smtClean="0">
                <a:sym typeface="Wingdings" panose="05000000000000000000" pitchFamily="2" charset="2"/>
              </a:rPr>
              <a:t>hash1</a:t>
            </a:r>
            <a:endParaRPr lang="es-ES" dirty="0" smtClean="0"/>
          </a:p>
          <a:p>
            <a:endParaRPr lang="es-ES" dirty="0"/>
          </a:p>
          <a:p>
            <a:r>
              <a:rPr lang="es-ES" b="1" dirty="0" smtClean="0"/>
              <a:t>campo </a:t>
            </a:r>
            <a:r>
              <a:rPr lang="es-ES" b="1" dirty="0"/>
              <a:t>3 </a:t>
            </a:r>
            <a:r>
              <a:rPr lang="es-ES" dirty="0"/>
              <a:t>es el </a:t>
            </a:r>
            <a:r>
              <a:rPr lang="es-ES" dirty="0" err="1"/>
              <a:t>Group</a:t>
            </a:r>
            <a:r>
              <a:rPr lang="es-ES" dirty="0"/>
              <a:t> ID (GID) o identificación del grupo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 smtClean="0"/>
              <a:t>campo </a:t>
            </a:r>
            <a:r>
              <a:rPr lang="es-ES" b="1" dirty="0"/>
              <a:t>4 </a:t>
            </a:r>
            <a:r>
              <a:rPr lang="es-ES" dirty="0"/>
              <a:t>es opcional e indica la lista de grupos a los que pertenece el usuario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4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de Parámetros de Usuarios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Variables </a:t>
            </a:r>
            <a:r>
              <a:rPr lang="es-ES" dirty="0"/>
              <a:t>que controlan los aspectos de la creación de usuarios y de los campos de </a:t>
            </a:r>
            <a:r>
              <a:rPr lang="es-ES" dirty="0" err="1"/>
              <a:t>shadow</a:t>
            </a:r>
            <a:r>
              <a:rPr lang="es-ES" dirty="0"/>
              <a:t> usadas por defecto. </a:t>
            </a:r>
          </a:p>
          <a:p>
            <a:r>
              <a:rPr lang="es-ES" dirty="0" smtClean="0"/>
              <a:t>Algunos de los atributos a controlar:</a:t>
            </a:r>
            <a:endParaRPr lang="es-ES" dirty="0"/>
          </a:p>
          <a:p>
            <a:endParaRPr lang="es-ES" dirty="0"/>
          </a:p>
          <a:p>
            <a:pPr lvl="1"/>
            <a:r>
              <a:rPr lang="es-ES" dirty="0"/>
              <a:t>Número máximo de días que una contraseña es válida </a:t>
            </a:r>
            <a:r>
              <a:rPr lang="es-ES" dirty="0" smtClean="0"/>
              <a:t>PASS_MAX_DAYS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El número mínimo de caracteres en la contraseña </a:t>
            </a:r>
            <a:r>
              <a:rPr lang="es-ES" dirty="0" smtClean="0"/>
              <a:t>PASS_MIN_LEN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Valor mínimo para usuarios normales cuando se usa </a:t>
            </a:r>
            <a:r>
              <a:rPr lang="es-ES" dirty="0" err="1"/>
              <a:t>useradd</a:t>
            </a:r>
            <a:r>
              <a:rPr lang="es-ES" dirty="0"/>
              <a:t> </a:t>
            </a:r>
            <a:r>
              <a:rPr lang="es-ES" dirty="0" smtClean="0"/>
              <a:t>UID_MIN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5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de Parámetros de Usuarios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Algunos de los atributos a controlar:</a:t>
            </a:r>
          </a:p>
          <a:p>
            <a:endParaRPr lang="es-ES" dirty="0"/>
          </a:p>
          <a:p>
            <a:pPr lvl="1"/>
            <a:r>
              <a:rPr lang="es-ES" dirty="0"/>
              <a:t>El valor </a:t>
            </a:r>
            <a:r>
              <a:rPr lang="es-ES" dirty="0" err="1"/>
              <a:t>umask</a:t>
            </a:r>
            <a:r>
              <a:rPr lang="es-ES" dirty="0"/>
              <a:t> por defecto </a:t>
            </a:r>
            <a:r>
              <a:rPr lang="es-ES" dirty="0" smtClean="0"/>
              <a:t>UMASK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Si el comando </a:t>
            </a:r>
            <a:r>
              <a:rPr lang="es-ES" b="1" dirty="0" err="1"/>
              <a:t>useradd</a:t>
            </a:r>
            <a:r>
              <a:rPr lang="es-ES" dirty="0"/>
              <a:t> debe crear el directorio home por defecto </a:t>
            </a:r>
            <a:r>
              <a:rPr lang="es-ES" dirty="0" smtClean="0"/>
              <a:t>CREATE_HOME</a:t>
            </a:r>
          </a:p>
          <a:p>
            <a:pPr lvl="1"/>
            <a:endParaRPr lang="es-ES" dirty="0"/>
          </a:p>
          <a:p>
            <a:r>
              <a:rPr lang="es-ES" dirty="0"/>
              <a:t>S</a:t>
            </a:r>
            <a:r>
              <a:rPr lang="es-ES" dirty="0" smtClean="0"/>
              <a:t>e usan </a:t>
            </a:r>
            <a:r>
              <a:rPr lang="es-ES" dirty="0"/>
              <a:t>principalmente al momento de crear o modificar usuarios con los comandos </a:t>
            </a:r>
            <a:r>
              <a:rPr lang="es-ES" b="1" dirty="0" err="1"/>
              <a:t>useradd</a:t>
            </a:r>
            <a:r>
              <a:rPr lang="es-ES" dirty="0"/>
              <a:t> y </a:t>
            </a:r>
            <a:r>
              <a:rPr lang="es-ES" b="1" dirty="0" err="1" smtClean="0"/>
              <a:t>usermod</a:t>
            </a:r>
            <a:r>
              <a:rPr lang="es-E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3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Crear Usuario con </a:t>
            </a:r>
            <a:r>
              <a:rPr lang="es-ES" i="1" dirty="0" err="1" smtClean="0"/>
              <a:t>useradd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982570"/>
          </a:xfrm>
        </p:spPr>
        <p:txBody>
          <a:bodyPr>
            <a:normAutofit lnSpcReduction="10000"/>
          </a:bodyPr>
          <a:lstStyle/>
          <a:p>
            <a:r>
              <a:rPr lang="es-ES" b="1" dirty="0" smtClean="0"/>
              <a:t>-c</a:t>
            </a:r>
            <a:r>
              <a:rPr lang="es-ES" dirty="0" smtClean="0"/>
              <a:t> 	añade </a:t>
            </a:r>
            <a:r>
              <a:rPr lang="es-ES" dirty="0"/>
              <a:t>un comentario al momento de crear al </a:t>
            </a:r>
            <a:r>
              <a:rPr lang="es-ES" dirty="0" smtClean="0"/>
              <a:t>usuario</a:t>
            </a:r>
          </a:p>
          <a:p>
            <a:pPr lvl="2"/>
            <a:r>
              <a:rPr lang="es-ES" dirty="0" smtClean="0"/>
              <a:t>campo </a:t>
            </a:r>
            <a:r>
              <a:rPr lang="es-ES" dirty="0"/>
              <a:t>5 de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passwd</a:t>
            </a:r>
            <a:endParaRPr lang="es-ES" dirty="0" smtClean="0"/>
          </a:p>
          <a:p>
            <a:pPr lvl="2"/>
            <a:endParaRPr lang="es-ES" dirty="0"/>
          </a:p>
          <a:p>
            <a:r>
              <a:rPr lang="es-ES" b="1" dirty="0"/>
              <a:t>-d </a:t>
            </a:r>
            <a:r>
              <a:rPr lang="es-ES" b="1" dirty="0" smtClean="0"/>
              <a:t>	</a:t>
            </a:r>
            <a:r>
              <a:rPr lang="es-ES" dirty="0" smtClean="0"/>
              <a:t>directorio </a:t>
            </a:r>
            <a:r>
              <a:rPr lang="es-ES" dirty="0"/>
              <a:t>de trabajo o home del </a:t>
            </a:r>
            <a:r>
              <a:rPr lang="es-ES" dirty="0" smtClean="0"/>
              <a:t>usuario</a:t>
            </a:r>
          </a:p>
          <a:p>
            <a:pPr lvl="2"/>
            <a:r>
              <a:rPr lang="es-ES" dirty="0" smtClean="0"/>
              <a:t>campo </a:t>
            </a:r>
            <a:r>
              <a:rPr lang="es-ES" dirty="0"/>
              <a:t>6 de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passwd</a:t>
            </a:r>
            <a:endParaRPr lang="es-ES" dirty="0" smtClean="0"/>
          </a:p>
          <a:p>
            <a:pPr lvl="2"/>
            <a:endParaRPr lang="es-ES" dirty="0"/>
          </a:p>
          <a:p>
            <a:r>
              <a:rPr lang="es-ES" b="1" dirty="0"/>
              <a:t>-e </a:t>
            </a:r>
            <a:r>
              <a:rPr lang="es-ES" b="1" dirty="0" smtClean="0"/>
              <a:t>	</a:t>
            </a:r>
            <a:r>
              <a:rPr lang="es-ES" dirty="0" smtClean="0"/>
              <a:t>fecha </a:t>
            </a:r>
            <a:r>
              <a:rPr lang="es-ES" dirty="0"/>
              <a:t>de expiración de la cuenta, formato </a:t>
            </a:r>
            <a:r>
              <a:rPr lang="es-ES" dirty="0" smtClean="0"/>
              <a:t>AAAA-MM-DD</a:t>
            </a:r>
          </a:p>
          <a:p>
            <a:pPr lvl="2"/>
            <a:r>
              <a:rPr lang="es-ES" dirty="0" smtClean="0"/>
              <a:t>campo </a:t>
            </a:r>
            <a:r>
              <a:rPr lang="es-ES" dirty="0"/>
              <a:t>8 de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shadow</a:t>
            </a:r>
            <a:endParaRPr lang="es-ES" dirty="0" smtClean="0"/>
          </a:p>
          <a:p>
            <a:pPr lvl="2"/>
            <a:endParaRPr lang="es-ES" dirty="0"/>
          </a:p>
          <a:p>
            <a:r>
              <a:rPr lang="es-ES" b="1" dirty="0"/>
              <a:t>-g </a:t>
            </a:r>
            <a:r>
              <a:rPr lang="es-ES" b="1" dirty="0" smtClean="0"/>
              <a:t>	</a:t>
            </a:r>
            <a:r>
              <a:rPr lang="es-ES" dirty="0" smtClean="0"/>
              <a:t>número </a:t>
            </a:r>
            <a:r>
              <a:rPr lang="es-ES" dirty="0"/>
              <a:t>de grupo principal del usuario (</a:t>
            </a:r>
            <a:r>
              <a:rPr lang="es-ES" dirty="0" smtClean="0"/>
              <a:t>GID)</a:t>
            </a:r>
          </a:p>
          <a:p>
            <a:pPr lvl="2"/>
            <a:r>
              <a:rPr lang="es-ES" dirty="0" smtClean="0"/>
              <a:t>campo </a:t>
            </a:r>
            <a:r>
              <a:rPr lang="es-ES" dirty="0"/>
              <a:t>4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passwd</a:t>
            </a:r>
            <a:endParaRPr lang="es-E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6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Crear Usuario con </a:t>
            </a:r>
            <a:r>
              <a:rPr lang="es-ES" i="1" dirty="0" err="1" smtClean="0"/>
              <a:t>useradd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-G 	</a:t>
            </a:r>
            <a:r>
              <a:rPr lang="es-ES" dirty="0" smtClean="0"/>
              <a:t>otros </a:t>
            </a:r>
            <a:r>
              <a:rPr lang="es-ES" dirty="0"/>
              <a:t>grupos a los que puede pertenecer el usuario, separados por comas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-r </a:t>
            </a:r>
            <a:r>
              <a:rPr lang="es-ES" b="1" dirty="0" smtClean="0"/>
              <a:t>	</a:t>
            </a:r>
            <a:r>
              <a:rPr lang="es-ES" dirty="0" smtClean="0"/>
              <a:t>crea </a:t>
            </a:r>
            <a:r>
              <a:rPr lang="es-ES" dirty="0"/>
              <a:t>una cuenta del sistema o especial, su UID será menor al definido en </a:t>
            </a:r>
            <a:r>
              <a:rPr lang="es-ES" dirty="0" smtClean="0"/>
              <a:t>				      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login.defs</a:t>
            </a:r>
            <a:r>
              <a:rPr lang="es-ES" dirty="0"/>
              <a:t> en la variable UID_MIN, además no se crea el directorio de inicio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-s </a:t>
            </a:r>
            <a:r>
              <a:rPr lang="es-ES" b="1" dirty="0" smtClean="0"/>
              <a:t>	</a:t>
            </a:r>
            <a:r>
              <a:rPr lang="es-ES" dirty="0" err="1" smtClean="0"/>
              <a:t>shell</a:t>
            </a:r>
            <a:r>
              <a:rPr lang="es-ES" dirty="0" smtClean="0"/>
              <a:t> </a:t>
            </a:r>
            <a:r>
              <a:rPr lang="es-ES" dirty="0"/>
              <a:t>por defecto del usuario cuando ingrese al sistema. Si no se especifica, </a:t>
            </a:r>
            <a:r>
              <a:rPr lang="es-ES" dirty="0" err="1"/>
              <a:t>bash</a:t>
            </a:r>
            <a:r>
              <a:rPr lang="es-ES" dirty="0"/>
              <a:t>, es </a:t>
            </a:r>
            <a:r>
              <a:rPr lang="es-ES" dirty="0" smtClean="0"/>
              <a:t>	       el </a:t>
            </a:r>
            <a:r>
              <a:rPr lang="es-ES" dirty="0"/>
              <a:t>que queda establecido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-u </a:t>
            </a:r>
            <a:r>
              <a:rPr lang="es-ES" b="1" dirty="0" smtClean="0"/>
              <a:t>	</a:t>
            </a:r>
            <a:r>
              <a:rPr lang="es-ES" dirty="0" smtClean="0"/>
              <a:t>UID </a:t>
            </a:r>
            <a:r>
              <a:rPr lang="es-ES" dirty="0"/>
              <a:t>del usuario, si no se indica esta opción, automáticamente se establece el </a:t>
            </a:r>
            <a:r>
              <a:rPr lang="es-ES" dirty="0" smtClean="0"/>
              <a:t>   	   	       siguiente </a:t>
            </a:r>
            <a:r>
              <a:rPr lang="es-ES" dirty="0"/>
              <a:t>número disponible a partir del último usuario creado</a:t>
            </a:r>
            <a:r>
              <a:rPr lang="es-E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4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Ejemplos con </a:t>
            </a:r>
            <a:r>
              <a:rPr lang="es-ES" i="1" dirty="0" err="1" smtClean="0"/>
              <a:t>useradd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useradd</a:t>
            </a:r>
            <a:r>
              <a:rPr lang="en-US" dirty="0"/>
              <a:t> </a:t>
            </a:r>
            <a:r>
              <a:rPr lang="en-US" dirty="0" err="1" smtClean="0"/>
              <a:t>usuarioso</a:t>
            </a:r>
            <a:endParaRPr lang="en-US" dirty="0" smtClean="0"/>
          </a:p>
          <a:p>
            <a:endParaRPr lang="es-ES" dirty="0"/>
          </a:p>
          <a:p>
            <a:r>
              <a:rPr lang="es-ES" dirty="0" err="1" smtClean="0"/>
              <a:t>Useradd</a:t>
            </a:r>
            <a:r>
              <a:rPr lang="es-ES" dirty="0" smtClean="0"/>
              <a:t> </a:t>
            </a:r>
            <a:r>
              <a:rPr lang="en-US" b="1" dirty="0" smtClean="0"/>
              <a:t>-</a:t>
            </a:r>
            <a:r>
              <a:rPr lang="en-US" b="1" dirty="0"/>
              <a:t>c </a:t>
            </a:r>
            <a:r>
              <a:rPr lang="en-US" dirty="0" smtClean="0"/>
              <a:t>“</a:t>
            </a:r>
            <a:r>
              <a:rPr lang="en-US" dirty="0" err="1" smtClean="0"/>
              <a:t>Usuario</a:t>
            </a:r>
            <a:r>
              <a:rPr lang="en-US" dirty="0" smtClean="0"/>
              <a:t> de Administración de </a:t>
            </a:r>
            <a:r>
              <a:rPr lang="en-US" dirty="0" err="1" smtClean="0"/>
              <a:t>sistemas</a:t>
            </a:r>
            <a:r>
              <a:rPr lang="en-US" dirty="0" smtClean="0"/>
              <a:t>" </a:t>
            </a:r>
            <a:r>
              <a:rPr lang="en-US" b="1" dirty="0" err="1" smtClean="0"/>
              <a:t>pedro</a:t>
            </a:r>
            <a:endParaRPr lang="en-US" b="1" dirty="0" smtClean="0"/>
          </a:p>
          <a:p>
            <a:endParaRPr lang="es-E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29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Modificar Usuarios </a:t>
            </a:r>
            <a:r>
              <a:rPr lang="es-ES" i="1" dirty="0" err="1" smtClean="0"/>
              <a:t>usermod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-c añade o modifica el comentario, campo 5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passwd</a:t>
            </a:r>
            <a:endParaRPr lang="es-ES" dirty="0"/>
          </a:p>
          <a:p>
            <a:r>
              <a:rPr lang="es-ES" dirty="0"/>
              <a:t>-d modifica el directorio de trabajo o home del usuario, campo 6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passwd</a:t>
            </a:r>
            <a:endParaRPr lang="es-ES" dirty="0"/>
          </a:p>
          <a:p>
            <a:r>
              <a:rPr lang="es-ES" dirty="0"/>
              <a:t>-e cambia o establece la fecha de expiración de la cuenta, formato AAAA-MM-DD, campo 8 de /</a:t>
            </a:r>
            <a:r>
              <a:rPr lang="es-ES" dirty="0" err="1" smtClean="0"/>
              <a:t>etc</a:t>
            </a:r>
            <a:r>
              <a:rPr lang="es-ES" dirty="0" smtClean="0"/>
              <a:t>/</a:t>
            </a:r>
            <a:r>
              <a:rPr lang="es-ES" dirty="0" err="1" smtClean="0"/>
              <a:t>shadow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8547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Modificar Usuarios </a:t>
            </a:r>
            <a:r>
              <a:rPr lang="es-ES" i="1" dirty="0" err="1" smtClean="0"/>
              <a:t>usermod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-g cambia el número de grupo principal del usuario (GID), campo 4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passwd</a:t>
            </a:r>
            <a:endParaRPr lang="es-ES" dirty="0"/>
          </a:p>
          <a:p>
            <a:r>
              <a:rPr lang="es-ES" dirty="0"/>
              <a:t>-G establece otros grupos a los que puede pertenecer el usuario, separados por comas.</a:t>
            </a:r>
          </a:p>
          <a:p>
            <a:r>
              <a:rPr lang="es-ES" dirty="0"/>
              <a:t>-l cambia el </a:t>
            </a:r>
            <a:r>
              <a:rPr lang="es-ES" dirty="0" err="1"/>
              <a:t>login</a:t>
            </a:r>
            <a:r>
              <a:rPr lang="es-ES" dirty="0"/>
              <a:t> o nombre del usuario, campo 1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passwd</a:t>
            </a:r>
            <a:r>
              <a:rPr lang="es-ES" dirty="0"/>
              <a:t> y de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shadow</a:t>
            </a:r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23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Modificar Usuarios </a:t>
            </a:r>
            <a:r>
              <a:rPr lang="es-ES" i="1" dirty="0" err="1" smtClean="0"/>
              <a:t>usermod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-L </a:t>
            </a:r>
            <a:r>
              <a:rPr lang="es-ES" dirty="0" smtClean="0"/>
              <a:t>bloquea </a:t>
            </a:r>
            <a:r>
              <a:rPr lang="es-ES" dirty="0"/>
              <a:t>la cuenta del usuario, </a:t>
            </a:r>
            <a:r>
              <a:rPr lang="es-ES"/>
              <a:t>no </a:t>
            </a:r>
            <a:r>
              <a:rPr lang="es-ES" smtClean="0"/>
              <a:t>permitiéndole </a:t>
            </a:r>
            <a:r>
              <a:rPr lang="es-ES" dirty="0"/>
              <a:t>que ingrese al sistema. No borra ni cambia nada del usuario, solo lo deshabilita.</a:t>
            </a:r>
          </a:p>
          <a:p>
            <a:r>
              <a:rPr lang="es-ES" dirty="0"/>
              <a:t>-s cambia el </a:t>
            </a:r>
            <a:r>
              <a:rPr lang="es-ES" dirty="0" err="1"/>
              <a:t>shell</a:t>
            </a:r>
            <a:r>
              <a:rPr lang="es-ES" dirty="0"/>
              <a:t> por defecto del usuario cuando ingrese al sistema.</a:t>
            </a:r>
          </a:p>
          <a:p>
            <a:r>
              <a:rPr lang="es-ES" dirty="0"/>
              <a:t>-u cambia el UID del usuario.</a:t>
            </a:r>
          </a:p>
          <a:p>
            <a:r>
              <a:rPr lang="es-ES" dirty="0"/>
              <a:t>-U desbloquea una cuenta previamente bloqueada con la opción -L.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823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Ejemplos </a:t>
            </a:r>
            <a:r>
              <a:rPr lang="es-ES" i="1" dirty="0" err="1" smtClean="0"/>
              <a:t>usermod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usermod</a:t>
            </a:r>
            <a:r>
              <a:rPr lang="en-US" dirty="0"/>
              <a:t> -l </a:t>
            </a:r>
            <a:r>
              <a:rPr lang="en-US" dirty="0" err="1" smtClean="0"/>
              <a:t>usuariopedro</a:t>
            </a:r>
            <a:r>
              <a:rPr lang="en-US" dirty="0" smtClean="0"/>
              <a:t> </a:t>
            </a:r>
            <a:r>
              <a:rPr lang="en-US" b="1" dirty="0" err="1" smtClean="0"/>
              <a:t>pedro</a:t>
            </a:r>
            <a:endParaRPr lang="es-ES" dirty="0"/>
          </a:p>
          <a:p>
            <a:endParaRPr lang="es-ES" b="1" dirty="0" smtClean="0"/>
          </a:p>
          <a:p>
            <a:r>
              <a:rPr lang="en-US" dirty="0" err="1"/>
              <a:t>usermod</a:t>
            </a:r>
            <a:r>
              <a:rPr lang="en-US" dirty="0"/>
              <a:t> -d /</a:t>
            </a:r>
            <a:r>
              <a:rPr lang="en-US" dirty="0" smtClean="0"/>
              <a:t>home/</a:t>
            </a:r>
            <a:r>
              <a:rPr lang="en-US" dirty="0" err="1" smtClean="0"/>
              <a:t>usuariopedro</a:t>
            </a:r>
            <a:r>
              <a:rPr lang="en-US" dirty="0" smtClean="0"/>
              <a:t> </a:t>
            </a:r>
            <a:r>
              <a:rPr lang="en-US" dirty="0" err="1" smtClean="0"/>
              <a:t>pedro</a:t>
            </a:r>
            <a:endParaRPr lang="en-US" dirty="0" smtClean="0"/>
          </a:p>
          <a:p>
            <a:endParaRPr lang="es-ES" dirty="0"/>
          </a:p>
          <a:p>
            <a:r>
              <a:rPr lang="en-US" dirty="0" err="1"/>
              <a:t>usermod</a:t>
            </a:r>
            <a:r>
              <a:rPr lang="en-US" dirty="0"/>
              <a:t> -c </a:t>
            </a:r>
            <a:r>
              <a:rPr lang="en-US" dirty="0" smtClean="0"/>
              <a:t>“</a:t>
            </a:r>
            <a:r>
              <a:rPr lang="en-US" dirty="0" err="1" smtClean="0"/>
              <a:t>Administrador</a:t>
            </a:r>
            <a:r>
              <a:rPr lang="en-US" dirty="0" smtClean="0"/>
              <a:t> de base de </a:t>
            </a:r>
            <a:r>
              <a:rPr lang="en-US" dirty="0" err="1" smtClean="0"/>
              <a:t>datos</a:t>
            </a:r>
            <a:r>
              <a:rPr lang="en-US" dirty="0" smtClean="0"/>
              <a:t>" </a:t>
            </a:r>
            <a:r>
              <a:rPr lang="en-US" dirty="0" err="1" smtClean="0"/>
              <a:t>usuariopedro</a:t>
            </a:r>
            <a:endParaRPr lang="en-US" dirty="0" smtClean="0"/>
          </a:p>
          <a:p>
            <a:endParaRPr lang="es-ES" dirty="0"/>
          </a:p>
          <a:p>
            <a:r>
              <a:rPr lang="en-US" dirty="0" err="1"/>
              <a:t>usermod</a:t>
            </a:r>
            <a:r>
              <a:rPr lang="en-US" dirty="0"/>
              <a:t> -L </a:t>
            </a:r>
            <a:r>
              <a:rPr lang="en-US" dirty="0" err="1" smtClean="0"/>
              <a:t>usuariopedro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18062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Eliminar Usuarios </a:t>
            </a:r>
            <a:r>
              <a:rPr lang="es-ES" dirty="0" err="1" smtClean="0"/>
              <a:t>userdel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userdel</a:t>
            </a:r>
            <a:r>
              <a:rPr lang="es-ES" dirty="0"/>
              <a:t> </a:t>
            </a:r>
            <a:r>
              <a:rPr lang="es-ES" dirty="0" smtClean="0"/>
              <a:t>pedro</a:t>
            </a:r>
          </a:p>
          <a:p>
            <a:endParaRPr lang="es-ES" dirty="0"/>
          </a:p>
          <a:p>
            <a:r>
              <a:rPr lang="en-US" dirty="0" err="1"/>
              <a:t>userdel</a:t>
            </a:r>
            <a:r>
              <a:rPr lang="en-US" dirty="0"/>
              <a:t> -r </a:t>
            </a:r>
            <a:r>
              <a:rPr lang="en-US" dirty="0" err="1" smtClean="0"/>
              <a:t>pedro</a:t>
            </a:r>
            <a:endParaRPr lang="en-US" dirty="0" smtClean="0"/>
          </a:p>
          <a:p>
            <a:endParaRPr lang="es-ES" dirty="0"/>
          </a:p>
          <a:p>
            <a:r>
              <a:rPr lang="en-US" dirty="0" err="1"/>
              <a:t>userdel</a:t>
            </a:r>
            <a:r>
              <a:rPr lang="en-US" dirty="0"/>
              <a:t> -f </a:t>
            </a:r>
            <a:r>
              <a:rPr lang="en-US" dirty="0" err="1" smtClean="0"/>
              <a:t>pedro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90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Cambiar </a:t>
            </a:r>
            <a:r>
              <a:rPr lang="es-ES" dirty="0" err="1" smtClean="0"/>
              <a:t>Contaseña</a:t>
            </a:r>
            <a:r>
              <a:rPr lang="es-ES" dirty="0" smtClean="0"/>
              <a:t> </a:t>
            </a:r>
            <a:r>
              <a:rPr lang="es-ES" i="1" dirty="0" err="1" smtClean="0"/>
              <a:t>passwd</a:t>
            </a:r>
            <a:endParaRPr lang="en-US" i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Passwd</a:t>
            </a:r>
            <a:r>
              <a:rPr lang="es-ES" dirty="0" smtClean="0"/>
              <a:t> pedro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26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Ci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TM03457503[[fn=Citable]]</Template>
  <TotalTime>435</TotalTime>
  <Words>581</Words>
  <Application>Microsoft Office PowerPoint</Application>
  <PresentationFormat>Panorámica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Century Gothic</vt:lpstr>
      <vt:lpstr>Wingdings</vt:lpstr>
      <vt:lpstr>Wingdings 2</vt:lpstr>
      <vt:lpstr>Citable</vt:lpstr>
      <vt:lpstr>Usuarios</vt:lpstr>
      <vt:lpstr>Archivo Passwd</vt:lpstr>
      <vt:lpstr>Formato Archivo passwd</vt:lpstr>
      <vt:lpstr>Presentación de PowerPoint</vt:lpstr>
      <vt:lpstr>Archivo Shadow</vt:lpstr>
      <vt:lpstr>Contenido Archivo Shadow</vt:lpstr>
      <vt:lpstr>Formato Archivo Shadow</vt:lpstr>
      <vt:lpstr>Formato Archivo Shadow</vt:lpstr>
      <vt:lpstr>Formato Archivo Shadow</vt:lpstr>
      <vt:lpstr>Archivo group</vt:lpstr>
      <vt:lpstr>Archivo group</vt:lpstr>
      <vt:lpstr>Formato Archivo group</vt:lpstr>
      <vt:lpstr>Archivo de Parámetros de Usuarios</vt:lpstr>
      <vt:lpstr>Archivo de Parámetros de Usuarios</vt:lpstr>
      <vt:lpstr>Crear Usuario con useradd</vt:lpstr>
      <vt:lpstr>Crear Usuario con useradd</vt:lpstr>
      <vt:lpstr>Ejemplos con useradd</vt:lpstr>
      <vt:lpstr>Modificar Usuarios usermod</vt:lpstr>
      <vt:lpstr>Modificar Usuarios usermod</vt:lpstr>
      <vt:lpstr>Modificar Usuarios usermod</vt:lpstr>
      <vt:lpstr>Ejemplos usermod</vt:lpstr>
      <vt:lpstr>Eliminar Usuarios userdel</vt:lpstr>
      <vt:lpstr>Cambiar Contaseña passwd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cac</dc:creator>
  <cp:lastModifiedBy>cac</cp:lastModifiedBy>
  <cp:revision>24</cp:revision>
  <dcterms:created xsi:type="dcterms:W3CDTF">2020-08-31T17:04:28Z</dcterms:created>
  <dcterms:modified xsi:type="dcterms:W3CDTF">2020-09-25T10:16:55Z</dcterms:modified>
</cp:coreProperties>
</file>